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BF60FE-4489-8BD3-E72F-0EA1A35467F7}" v="8" dt="2026-09-24T04:20:47.3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2447AF-8E1F-4D0D-BF83-C55FC455EF68}" type="datetimeFigureOut">
              <a:t>9/23/2026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1B673-6A42-4B52-8BF0-455962EA1011}" type="slidenum"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119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41080" y="6565392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583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GBC073 • Inteligência Computacional • UFU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583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583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960120" cy="310896"/>
          </a:xfrm>
          <a:prstGeom prst="roundRect">
            <a:avLst/>
          </a:prstGeom>
          <a:solidFill>
            <a:srgbClr val="147D7E"/>
          </a:solidFill>
          <a:ln w="12700">
            <a:solidFill>
              <a:srgbClr val="147D7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84048" y="2743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DESAFIO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481328" y="237744"/>
            <a:ext cx="6903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Ativação e inicialização em redes profundas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490472" y="612648"/>
            <a:ext cx="809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Objetivo: maximizar o desempenho de uma MLP fixa em MNIST, Fashion-MNIST e CIFAR-10, para L = 4, 16 e 48.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985248" y="228600"/>
            <a:ext cx="1783080" cy="73152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31552" y="329184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D7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FINAL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0149840" y="475488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99,5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384048" y="1097280"/>
            <a:ext cx="3383280" cy="4526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" y="128016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Problema e restrições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1645920"/>
            <a:ext cx="27432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2331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Apenas duas funções controláveis: ativação e inicialização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2331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Arquitetura fixa: MLP largura 256, sem BatchNorm/residual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2331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Treino fixo: SGD, lr 0,05, momentum 0,9, 3 épocas, 3 sementes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2331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Escore pondera média (70%) e pior caso (30%)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1792" y="2816352"/>
            <a:ext cx="2743200" cy="0"/>
          </a:xfrm>
          <a:prstGeom prst="line">
            <a:avLst/>
          </a:prstGeom>
          <a:noFill/>
          <a:ln w="12700">
            <a:solidFill>
              <a:srgbClr val="D6E0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3504" y="295351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Caminho experimental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364992"/>
            <a:ext cx="219456" cy="219456"/>
          </a:xfrm>
          <a:prstGeom prst="ellipse">
            <a:avLst/>
          </a:prstGeom>
          <a:solidFill>
            <a:srgbClr val="E8F0F8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3649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C5F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950976" y="3346704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Ativações</a:t>
            </a:r>
            <a:endParaRPr lang="en-US" sz="1020" dirty="0"/>
          </a:p>
        </p:txBody>
      </p:sp>
      <p:sp>
        <p:nvSpPr>
          <p:cNvPr id="17" name="Text 15"/>
          <p:cNvSpPr txBox="1"/>
          <p:nvPr/>
        </p:nvSpPr>
        <p:spPr>
          <a:xfrm>
            <a:off x="1792224" y="3346704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6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ReLU • LeakyReLU • HardTanh • variantes de tanh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49808" y="3602736"/>
            <a:ext cx="0" cy="329184"/>
          </a:xfrm>
          <a:prstGeom prst="line">
            <a:avLst/>
          </a:prstGeom>
          <a:noFill/>
          <a:ln w="15240">
            <a:solidFill>
              <a:srgbClr val="D6E0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941064"/>
            <a:ext cx="219456" cy="219456"/>
          </a:xfrm>
          <a:prstGeom prst="ellipse">
            <a:avLst/>
          </a:prstGeom>
          <a:solidFill>
            <a:srgbClr val="E8F0F8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9410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C5F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950976" y="3922776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Inicializações</a:t>
            </a:r>
            <a:endParaRPr lang="en-US" sz="1020" dirty="0"/>
          </a:p>
        </p:txBody>
      </p:sp>
      <p:sp>
        <p:nvSpPr>
          <p:cNvPr id="22" name="Text 20"/>
          <p:cNvSpPr txBox="1"/>
          <p:nvPr/>
        </p:nvSpPr>
        <p:spPr>
          <a:xfrm>
            <a:off x="1792224" y="3922776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6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 • Xavier • Normal • Ortogonal • Rademacher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749808" y="4178808"/>
            <a:ext cx="0" cy="329184"/>
          </a:xfrm>
          <a:prstGeom prst="line">
            <a:avLst/>
          </a:prstGeom>
          <a:noFill/>
          <a:ln w="15240">
            <a:solidFill>
              <a:srgbClr val="D6E0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517136"/>
            <a:ext cx="219456" cy="219456"/>
          </a:xfrm>
          <a:prstGeom prst="ellipse">
            <a:avLst/>
          </a:prstGeom>
          <a:solidFill>
            <a:srgbClr val="E8F0F8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45171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C5F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950976" y="4498848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Refinos locais</a:t>
            </a:r>
            <a:endParaRPr lang="en-US" sz="1020" dirty="0"/>
          </a:p>
        </p:txBody>
      </p:sp>
      <p:sp>
        <p:nvSpPr>
          <p:cNvPr id="27" name="Text 25"/>
          <p:cNvSpPr txBox="1"/>
          <p:nvPr/>
        </p:nvSpPr>
        <p:spPr>
          <a:xfrm>
            <a:off x="1792224" y="4498848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6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ganhos, bias, distribuição, profundidade e fan_in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749808" y="4754880"/>
            <a:ext cx="0" cy="329184"/>
          </a:xfrm>
          <a:prstGeom prst="line">
            <a:avLst/>
          </a:prstGeom>
          <a:noFill/>
          <a:ln w="15240">
            <a:solidFill>
              <a:srgbClr val="D6E0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5093208"/>
            <a:ext cx="219456" cy="219456"/>
          </a:xfrm>
          <a:prstGeom prst="ellipse">
            <a:avLst/>
          </a:prstGeom>
          <a:solidFill>
            <a:srgbClr val="147D7E"/>
          </a:solidFill>
          <a:ln w="12700">
            <a:solidFill>
              <a:srgbClr val="147D7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50932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950976" y="507492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Decisão</a:t>
            </a:r>
            <a:endParaRPr lang="en-US" sz="1020" dirty="0"/>
          </a:p>
        </p:txBody>
      </p:sp>
      <p:sp>
        <p:nvSpPr>
          <p:cNvPr id="32" name="Text 30"/>
          <p:cNvSpPr txBox="1"/>
          <p:nvPr/>
        </p:nvSpPr>
        <p:spPr>
          <a:xfrm>
            <a:off x="1792224" y="5074920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6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tanh + inicialização adaptada por regime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3931920" y="1097280"/>
            <a:ext cx="4187952" cy="4526280"/>
          </a:xfrm>
          <a:prstGeom prst="roundRect">
            <a:avLst>
              <a:gd name="adj" fmla="val 2620"/>
            </a:avLst>
          </a:prstGeom>
          <a:solidFill>
            <a:srgbClr val="FDFEFE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169664" y="12801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Solução final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702552" y="1261872"/>
            <a:ext cx="1078992" cy="256032"/>
          </a:xfrm>
          <a:prstGeom prst="roundRect">
            <a:avLst/>
          </a:prstGeom>
          <a:solidFill>
            <a:srgbClr val="147D7E"/>
          </a:solidFill>
          <a:ln w="12700">
            <a:solidFill>
              <a:srgbClr val="147D7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702552" y="126187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ATIVAÇÃO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6711696" y="158191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7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tanh(x)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187952" y="1965960"/>
            <a:ext cx="3685032" cy="804672"/>
          </a:xfrm>
          <a:prstGeom prst="roundRect">
            <a:avLst/>
          </a:prstGeom>
          <a:solidFill>
            <a:srgbClr val="F1F7FB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379976" y="205740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L4 — redes rasas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916168" y="2039112"/>
            <a:ext cx="17556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2331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MNIST/Fashion: ortogonal, gain 0,95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2331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CIFAR: Normal, 0,795 / √fan_in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2331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Ocultas: ortogonal 0,99 • saída 0,50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4187952" y="2926080"/>
            <a:ext cx="3685032" cy="804672"/>
          </a:xfrm>
          <a:prstGeom prst="roundRect">
            <a:avLst/>
          </a:prstGeom>
          <a:solidFill>
            <a:srgbClr val="F6F4FB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379976" y="301752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L16 — regime crítico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5916168" y="2999232"/>
            <a:ext cx="17556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2331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Ocultas: ortogonal, gain ≈ 1,0247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2331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bias σ ≈ 0,00448 • saída gain 1,00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2331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Objetivo: preservar sinal e gradientes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4187952" y="3886200"/>
            <a:ext cx="3685032" cy="804672"/>
          </a:xfrm>
          <a:prstGeom prst="roundRect">
            <a:avLst/>
          </a:prstGeom>
          <a:solidFill>
            <a:srgbClr val="F3F8F5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379976" y="39776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L48 — regime profundo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5916168" y="3959352"/>
            <a:ext cx="17556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2331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CIFAR 1ª camada: ortogonal, gain 0,70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2331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Ocultas: gain 1,015 • saída 1,00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2331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MNIST/Fashion mantêm regime crítico na entrada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4187952" y="4873752"/>
            <a:ext cx="3685032" cy="502920"/>
          </a:xfrm>
          <a:prstGeom prst="roundRect">
            <a:avLst/>
          </a:prstGeom>
          <a:solidFill>
            <a:srgbClr val="FCE9D6"/>
          </a:solidFill>
          <a:ln w="10160">
            <a:solidFill>
              <a:srgbClr val="F1C79D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370832" y="500176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78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Insight-chave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5230368" y="492861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2331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única escala não funciona igualmente bem em L4, L16 e L48; a solução adapta a inicialização por profundidade e fan_in.</a:t>
            </a:r>
            <a:endParaRPr lang="en-US" sz="870" dirty="0"/>
          </a:p>
        </p:txBody>
      </p:sp>
      <p:sp>
        <p:nvSpPr>
          <p:cNvPr id="50" name="Shape 48"/>
          <p:cNvSpPr/>
          <p:nvPr/>
        </p:nvSpPr>
        <p:spPr>
          <a:xfrm>
            <a:off x="8284464" y="1097280"/>
            <a:ext cx="3520440" cy="45262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513064" y="12801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 Resultado final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8540496" y="1737360"/>
            <a:ext cx="1078992" cy="310896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540496" y="1737360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9619488" y="1737360"/>
            <a:ext cx="640080" cy="310896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619488" y="173736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L4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0259568" y="1737360"/>
            <a:ext cx="640080" cy="310896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10259568" y="173736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L16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0899648" y="1737360"/>
            <a:ext cx="640080" cy="310896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0899648" y="173736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L48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540496" y="2048256"/>
            <a:ext cx="1078992" cy="393192"/>
          </a:xfrm>
          <a:prstGeom prst="rect">
            <a:avLst/>
          </a:prstGeom>
          <a:solidFill>
            <a:srgbClr val="F7FAFC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540496" y="2048256"/>
            <a:ext cx="10789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2331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MNIST</a:t>
            </a:r>
            <a:endParaRPr lang="en-US" sz="920" dirty="0"/>
          </a:p>
        </p:txBody>
      </p:sp>
      <p:sp>
        <p:nvSpPr>
          <p:cNvPr id="62" name="Shape 60"/>
          <p:cNvSpPr/>
          <p:nvPr/>
        </p:nvSpPr>
        <p:spPr>
          <a:xfrm>
            <a:off x="9619488" y="2048256"/>
            <a:ext cx="640080" cy="393192"/>
          </a:xfrm>
          <a:prstGeom prst="rect">
            <a:avLst/>
          </a:prstGeom>
          <a:solidFill>
            <a:srgbClr val="F7FAFC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619488" y="2048256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1,25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0259568" y="2048256"/>
            <a:ext cx="640080" cy="393192"/>
          </a:xfrm>
          <a:prstGeom prst="rect">
            <a:avLst/>
          </a:prstGeom>
          <a:solidFill>
            <a:srgbClr val="F7FAFC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0259568" y="2048256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1,02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10899648" y="2048256"/>
            <a:ext cx="640080" cy="393192"/>
          </a:xfrm>
          <a:prstGeom prst="rect">
            <a:avLst/>
          </a:prstGeom>
          <a:solidFill>
            <a:srgbClr val="F7FAFC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10899648" y="2048256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1,25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8540496" y="2441448"/>
            <a:ext cx="1078992" cy="393192"/>
          </a:xfrm>
          <a:prstGeom prst="rect">
            <a:avLst/>
          </a:prstGeom>
          <a:solidFill>
            <a:srgbClr val="EEF4F8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8540496" y="2441448"/>
            <a:ext cx="10789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2331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Fashion</a:t>
            </a:r>
            <a:endParaRPr lang="en-US" sz="920" dirty="0"/>
          </a:p>
        </p:txBody>
      </p:sp>
      <p:sp>
        <p:nvSpPr>
          <p:cNvPr id="70" name="Shape 68"/>
          <p:cNvSpPr/>
          <p:nvPr/>
        </p:nvSpPr>
        <p:spPr>
          <a:xfrm>
            <a:off x="9619488" y="2441448"/>
            <a:ext cx="640080" cy="393192"/>
          </a:xfrm>
          <a:prstGeom prst="rect">
            <a:avLst/>
          </a:prstGeom>
          <a:solidFill>
            <a:srgbClr val="EEF4F8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9619488" y="2441448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1,25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10259568" y="2441448"/>
            <a:ext cx="640080" cy="393192"/>
          </a:xfrm>
          <a:prstGeom prst="rect">
            <a:avLst/>
          </a:prstGeom>
          <a:solidFill>
            <a:srgbClr val="EEF4F8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10259568" y="2441448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1,03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10899648" y="2441448"/>
            <a:ext cx="640080" cy="393192"/>
          </a:xfrm>
          <a:prstGeom prst="rect">
            <a:avLst/>
          </a:prstGeom>
          <a:solidFill>
            <a:srgbClr val="EEF4F8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10899648" y="2441448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1,25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8540496" y="2834640"/>
            <a:ext cx="1078992" cy="393192"/>
          </a:xfrm>
          <a:prstGeom prst="rect">
            <a:avLst/>
          </a:prstGeom>
          <a:solidFill>
            <a:srgbClr val="F7FAFC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8540496" y="2834640"/>
            <a:ext cx="10789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2331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CIFAR-10</a:t>
            </a:r>
            <a:endParaRPr lang="en-US" sz="920" dirty="0"/>
          </a:p>
        </p:txBody>
      </p:sp>
      <p:sp>
        <p:nvSpPr>
          <p:cNvPr id="78" name="Shape 76"/>
          <p:cNvSpPr/>
          <p:nvPr/>
        </p:nvSpPr>
        <p:spPr>
          <a:xfrm>
            <a:off x="9619488" y="2834640"/>
            <a:ext cx="640080" cy="393192"/>
          </a:xfrm>
          <a:prstGeom prst="rect">
            <a:avLst/>
          </a:prstGeom>
          <a:solidFill>
            <a:srgbClr val="FFF0E1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9619488" y="2834640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78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0,75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10259568" y="2834640"/>
            <a:ext cx="640080" cy="393192"/>
          </a:xfrm>
          <a:prstGeom prst="rect">
            <a:avLst/>
          </a:prstGeom>
          <a:solidFill>
            <a:srgbClr val="F7FAFC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10259568" y="2834640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1,02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10899648" y="2834640"/>
            <a:ext cx="640080" cy="393192"/>
          </a:xfrm>
          <a:prstGeom prst="rect">
            <a:avLst/>
          </a:prstGeom>
          <a:solidFill>
            <a:srgbClr val="F7FAFC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10899648" y="2834640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1,09</a:t>
            </a:r>
            <a:endParaRPr lang="en-US" sz="1000" dirty="0"/>
          </a:p>
        </p:txBody>
      </p:sp>
      <p:sp>
        <p:nvSpPr>
          <p:cNvPr id="84" name="Text 82"/>
          <p:cNvSpPr txBox="1"/>
          <p:nvPr/>
        </p:nvSpPr>
        <p:spPr>
          <a:xfrm>
            <a:off x="8549640" y="330098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6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s_t por tarefa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8613648" y="4343400"/>
            <a:ext cx="2697480" cy="0"/>
          </a:xfrm>
          <a:prstGeom prst="line">
            <a:avLst/>
          </a:prstGeom>
          <a:noFill/>
          <a:ln w="15240">
            <a:solidFill>
              <a:srgbClr val="D6E0E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823960" y="4178808"/>
            <a:ext cx="1051560" cy="0"/>
          </a:xfrm>
          <a:prstGeom prst="line">
            <a:avLst/>
          </a:prstGeom>
          <a:noFill/>
          <a:ln w="30480">
            <a:solidFill>
              <a:srgbClr val="147D7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732520" y="4096512"/>
            <a:ext cx="182880" cy="182880"/>
          </a:xfrm>
          <a:prstGeom prst="ellipse">
            <a:avLst/>
          </a:prstGeom>
          <a:solidFill>
            <a:srgbClr val="147D7E"/>
          </a:solidFill>
          <a:ln w="12700">
            <a:solidFill>
              <a:srgbClr val="147D7E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8549640" y="38404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47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87,9</a:t>
            </a:r>
            <a:endParaRPr lang="en-US" sz="980" dirty="0"/>
          </a:p>
        </p:txBody>
      </p:sp>
      <p:sp>
        <p:nvSpPr>
          <p:cNvPr id="89" name="Shape 87"/>
          <p:cNvSpPr/>
          <p:nvPr/>
        </p:nvSpPr>
        <p:spPr>
          <a:xfrm>
            <a:off x="9875520" y="3767328"/>
            <a:ext cx="1143000" cy="0"/>
          </a:xfrm>
          <a:prstGeom prst="line">
            <a:avLst/>
          </a:prstGeom>
          <a:noFill/>
          <a:ln w="30480">
            <a:solidFill>
              <a:srgbClr val="147D7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784080" y="3685032"/>
            <a:ext cx="182880" cy="182880"/>
          </a:xfrm>
          <a:prstGeom prst="ellipse">
            <a:avLst/>
          </a:prstGeom>
          <a:solidFill>
            <a:srgbClr val="147D7E"/>
          </a:solidFill>
          <a:ln w="12700">
            <a:solidFill>
              <a:srgbClr val="147D7E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9601200" y="34290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47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97,3</a:t>
            </a:r>
            <a:endParaRPr lang="en-US" sz="980" dirty="0"/>
          </a:p>
        </p:txBody>
      </p:sp>
      <p:sp>
        <p:nvSpPr>
          <p:cNvPr id="92" name="Shape 90"/>
          <p:cNvSpPr/>
          <p:nvPr/>
        </p:nvSpPr>
        <p:spPr>
          <a:xfrm>
            <a:off x="10927080" y="3511296"/>
            <a:ext cx="182880" cy="182880"/>
          </a:xfrm>
          <a:prstGeom prst="ellipse">
            <a:avLst/>
          </a:prstGeom>
          <a:solidFill>
            <a:srgbClr val="147D7E"/>
          </a:solidFill>
          <a:ln w="12700">
            <a:solidFill>
              <a:srgbClr val="147D7E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10744200" y="325526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47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99,5</a:t>
            </a:r>
            <a:endParaRPr lang="en-US" sz="980" dirty="0"/>
          </a:p>
        </p:txBody>
      </p:sp>
      <p:sp>
        <p:nvSpPr>
          <p:cNvPr id="94" name="Text 92"/>
          <p:cNvSpPr txBox="1"/>
          <p:nvPr/>
        </p:nvSpPr>
        <p:spPr>
          <a:xfrm>
            <a:off x="8540496" y="457200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6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87,9</a:t>
            </a:r>
            <a:endParaRPr lang="en-US" sz="800" dirty="0"/>
          </a:p>
        </p:txBody>
      </p:sp>
      <p:sp>
        <p:nvSpPr>
          <p:cNvPr id="95" name="Text 93"/>
          <p:cNvSpPr txBox="1"/>
          <p:nvPr/>
        </p:nvSpPr>
        <p:spPr>
          <a:xfrm>
            <a:off x="8375904" y="4745736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66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equilíbrio L4</a:t>
            </a:r>
            <a:endParaRPr lang="en-US" sz="770" dirty="0"/>
          </a:p>
        </p:txBody>
      </p:sp>
      <p:sp>
        <p:nvSpPr>
          <p:cNvPr id="96" name="Text 94"/>
          <p:cNvSpPr txBox="1"/>
          <p:nvPr/>
        </p:nvSpPr>
        <p:spPr>
          <a:xfrm>
            <a:off x="9601200" y="457200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6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97,3</a:t>
            </a:r>
            <a:endParaRPr lang="en-US" sz="800" dirty="0"/>
          </a:p>
        </p:txBody>
      </p:sp>
      <p:sp>
        <p:nvSpPr>
          <p:cNvPr id="97" name="Text 95"/>
          <p:cNvSpPr txBox="1"/>
          <p:nvPr/>
        </p:nvSpPr>
        <p:spPr>
          <a:xfrm>
            <a:off x="9427464" y="4745736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66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refino CIFAR L4</a:t>
            </a:r>
            <a:endParaRPr lang="en-US" sz="770" dirty="0"/>
          </a:p>
        </p:txBody>
      </p:sp>
      <p:sp>
        <p:nvSpPr>
          <p:cNvPr id="98" name="Text 96"/>
          <p:cNvSpPr txBox="1"/>
          <p:nvPr/>
        </p:nvSpPr>
        <p:spPr>
          <a:xfrm>
            <a:off x="10771632" y="457200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6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99,5</a:t>
            </a:r>
            <a:endParaRPr lang="en-US" sz="800" dirty="0"/>
          </a:p>
        </p:txBody>
      </p:sp>
      <p:sp>
        <p:nvSpPr>
          <p:cNvPr id="99" name="Text 97"/>
          <p:cNvSpPr txBox="1"/>
          <p:nvPr/>
        </p:nvSpPr>
        <p:spPr>
          <a:xfrm>
            <a:off x="10652760" y="4745736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66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refino L48</a:t>
            </a:r>
            <a:endParaRPr lang="en-US" sz="770" dirty="0"/>
          </a:p>
        </p:txBody>
      </p:sp>
      <p:sp>
        <p:nvSpPr>
          <p:cNvPr id="100" name="Shape 98"/>
          <p:cNvSpPr/>
          <p:nvPr/>
        </p:nvSpPr>
        <p:spPr>
          <a:xfrm>
            <a:off x="384048" y="5824728"/>
            <a:ext cx="11420856" cy="566928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94360" y="5961888"/>
            <a:ext cx="822960" cy="219456"/>
          </a:xfrm>
          <a:prstGeom prst="roundRect">
            <a:avLst/>
          </a:prstGeom>
          <a:solidFill>
            <a:srgbClr val="147D7E"/>
          </a:solidFill>
          <a:ln w="12700">
            <a:solidFill>
              <a:srgbClr val="147D7E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594360" y="596188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AMBIENTE</a:t>
            </a:r>
            <a:endParaRPr lang="en-US" sz="800" dirty="0"/>
          </a:p>
        </p:txBody>
      </p:sp>
      <p:sp>
        <p:nvSpPr>
          <p:cNvPr id="103" name="Text 101"/>
          <p:cNvSpPr txBox="1"/>
          <p:nvPr/>
        </p:nvSpPr>
        <p:spPr>
          <a:xfrm>
            <a:off x="1517904" y="5916168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PyTorch 2.7.1 + CUDA 11.8 • torchvision • GPU NVIDIA</a:t>
            </a:r>
            <a:endParaRPr lang="en-US" sz="920" dirty="0"/>
          </a:p>
        </p:txBody>
      </p:sp>
      <p:sp>
        <p:nvSpPr>
          <p:cNvPr id="104" name="Shape 102"/>
          <p:cNvSpPr/>
          <p:nvPr/>
        </p:nvSpPr>
        <p:spPr>
          <a:xfrm>
            <a:off x="4544568" y="5961888"/>
            <a:ext cx="804672" cy="219456"/>
          </a:xfrm>
          <a:prstGeom prst="roundRect">
            <a:avLst/>
          </a:prstGeom>
          <a:solidFill>
            <a:srgbClr val="E78A2F"/>
          </a:solidFill>
          <a:ln w="12700">
            <a:solidFill>
              <a:srgbClr val="E78A2F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4544568" y="596188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EXECUÇÃO</a:t>
            </a:r>
            <a:endParaRPr lang="en-US" sz="800" dirty="0"/>
          </a:p>
        </p:txBody>
      </p:sp>
      <p:sp>
        <p:nvSpPr>
          <p:cNvPr id="106" name="Text 104"/>
          <p:cNvSpPr txBox="1"/>
          <p:nvPr/>
        </p:nvSpPr>
        <p:spPr>
          <a:xfrm>
            <a:off x="5440680" y="5916168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ptos"/>
                <a:ea typeface="Aptos" pitchFamily="34" charset="-122"/>
                <a:cs typeface="Aptos" pitchFamily="34" charset="-120"/>
              </a:rPr>
              <a:t>python harness_desafio2.py desafio2_Felipe_Marcos.py</a:t>
            </a:r>
            <a:endParaRPr lang="en-US" sz="900" dirty="0">
              <a:latin typeface="Aptos"/>
            </a:endParaRPr>
          </a:p>
        </p:txBody>
      </p:sp>
      <p:sp>
        <p:nvSpPr>
          <p:cNvPr id="107" name="Shape 105"/>
          <p:cNvSpPr/>
          <p:nvPr/>
        </p:nvSpPr>
        <p:spPr>
          <a:xfrm>
            <a:off x="8604504" y="5961888"/>
            <a:ext cx="658368" cy="219456"/>
          </a:xfrm>
          <a:prstGeom prst="round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8604504" y="596188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ESCORE</a:t>
            </a:r>
            <a:endParaRPr lang="en-US" sz="800" dirty="0"/>
          </a:p>
        </p:txBody>
      </p:sp>
      <p:sp>
        <p:nvSpPr>
          <p:cNvPr id="109" name="Text 107"/>
          <p:cNvSpPr txBox="1"/>
          <p:nvPr/>
        </p:nvSpPr>
        <p:spPr>
          <a:xfrm>
            <a:off x="9345168" y="591616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 = 100 × (0,7·média(s_t) + 0,3·mín(s_t))</a:t>
            </a:r>
            <a:endParaRPr lang="en-US" sz="860" dirty="0"/>
          </a:p>
        </p:txBody>
      </p:sp>
      <p:sp>
        <p:nvSpPr>
          <p:cNvPr id="1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583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UFU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Desafio 2 - Síntese do projeto</dc:title>
  <dc:subject>Desafio 2 - Ativação e Inicialização em Redes Profundas</dc:subject>
  <dc:creator>OpenAI</dc:creator>
  <cp:lastModifiedBy>OpenAI</cp:lastModifiedBy>
  <cp:revision>6</cp:revision>
  <dcterms:created xsi:type="dcterms:W3CDTF">2026-09-24T04:18:36Z</dcterms:created>
  <dcterms:modified xsi:type="dcterms:W3CDTF">2026-09-24T04:21:27Z</dcterms:modified>
</cp:coreProperties>
</file>